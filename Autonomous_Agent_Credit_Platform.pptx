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Autonomous Agent Credit Platform — a financial control system for AI agents. Not a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AI agents can work autonomously, but unrestricted money access is risky.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 only requests money. The platform decides whether money moves. Owner keeps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built: auth, credit ledger, OPA policy, RazorpayX test payouts, webhooks, audit, risk. Repayment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Sarah creates agent, issues credit. Small request auto-approved. Large request denied. Full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layers: auth, API keys, credit gate, limits, approval, kill switch, dedup, webhook verification, full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limitations: repayment simulated, RazorpayX test mode, real collection is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AI can ask for money. The platform decides if money moves. Credible foundation for future credit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6576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Autonomous Agent Credit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Let AI employees request money safely</a:t>
            </a:r>
            <a:br/>
            <a:r>
              <a:t>while the company keeps final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3749039"/>
            <a:ext cx="1554480" cy="2743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Not a chatbot. A financial control system for autonomous AI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5852160"/>
            <a:ext cx="1143000" cy="274320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966FF"/>
                </a:solidFill>
                <a:latin typeface="Calibri"/>
              </a:defRPr>
            </a:pPr>
            <a:r>
              <a:t>Groq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5852160"/>
            <a:ext cx="1143000" cy="274320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9688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9" y="5852160"/>
            <a:ext cx="1143000" cy="274320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8E5B"/>
                </a:solidFill>
                <a:latin typeface="Calibri"/>
              </a:defRPr>
            </a:pPr>
            <a:r>
              <a:t>OPA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59" y="5852160"/>
            <a:ext cx="1143000" cy="274320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399FF"/>
                </a:solidFill>
                <a:latin typeface="Calibri"/>
              </a:defRPr>
            </a:pPr>
            <a:r>
              <a:t>RazorpayX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5852160"/>
            <a:ext cx="1143000" cy="274320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36791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5852160"/>
            <a:ext cx="1143000" cy="274320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E0E0"/>
                </a:solidFill>
                <a:latin typeface="Calibri"/>
              </a:defRPr>
            </a:pPr>
            <a:r>
              <a:t>Next.js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 Agents Can Work — But Not With Money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Without Control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194560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762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Overspend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505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per-transaction limits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063239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04495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Wrong vendor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31927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payee verification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136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Loop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87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duplicate detection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800600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7823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Compromised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566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kill switch, no freeze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With Our System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219456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1762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Spending caps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4505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Per-transaction and daily</a:t>
            </a:r>
          </a:p>
        </p:txBody>
      </p:sp>
      <p:sp>
        <p:nvSpPr>
          <p:cNvPr id="22" name="Oval 21"/>
          <p:cNvSpPr/>
          <p:nvPr/>
        </p:nvSpPr>
        <p:spPr>
          <a:xfrm>
            <a:off x="6675120" y="3063239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04495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Payee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31927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Only approved vendors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393192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9136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Duplicate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187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60-second dedup window</a:t>
            </a:r>
          </a:p>
        </p:txBody>
      </p:sp>
      <p:sp>
        <p:nvSpPr>
          <p:cNvPr id="28" name="Oval 27"/>
          <p:cNvSpPr/>
          <p:nvPr/>
        </p:nvSpPr>
        <p:spPr>
          <a:xfrm>
            <a:off x="6675120" y="480060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7823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Kill switch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50566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Freeze any agent instantly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6035040"/>
            <a:ext cx="10698480" cy="5029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AI can do the work. But companies have no safe way to let it handle money.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920240" cy="16459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63040" y="1298448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Owner</a:t>
            </a:r>
            <a:br/>
            <a:r>
              <a:t>Creates agent</a:t>
            </a:r>
            <a:br/>
            <a:r>
              <a:t>&amp; issues credit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97480" y="2286000.0"/>
            <a:ext cx="411480" cy="0.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63239" y="1463040"/>
            <a:ext cx="1920240" cy="16459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94759" y="1298448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18288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Agent</a:t>
            </a:r>
            <a:br/>
            <a:r>
              <a:t>Requests</a:t>
            </a:r>
            <a:br/>
            <a:r>
              <a:t>payout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199" y="2286000.0"/>
            <a:ext cx="411480" cy="0.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94959" y="1463040"/>
            <a:ext cx="1920240" cy="16459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9" y="1298448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399" y="18288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Policy</a:t>
            </a:r>
            <a:br/>
            <a:r>
              <a:t>Checks limits</a:t>
            </a:r>
            <a:br/>
            <a:r>
              <a:t>&amp; rules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60919" y="2286000.0"/>
            <a:ext cx="411480" cy="0.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26679" y="1463040"/>
            <a:ext cx="1920240" cy="16459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8199" y="1298448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18288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Approve</a:t>
            </a:r>
            <a:br/>
            <a:r>
              <a:t>or Reject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92639" y="2286000.0"/>
            <a:ext cx="411480" cy="0.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0" y="1463040"/>
            <a:ext cx="1920240" cy="16459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0" y="1298448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18288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Executes</a:t>
            </a:r>
            <a:br/>
            <a:r>
              <a:t>&amp; Audits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3383280" cy="146304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776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Only Requests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The AI asks for money.</a:t>
            </a:r>
            <a:br/>
            <a:r>
              <a:t>It never moves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840480"/>
            <a:ext cx="3383280" cy="146304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39" y="39776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Calibri"/>
              </a:defRPr>
            </a:pPr>
            <a:r>
              <a:t>Platform Decides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39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Policy + credit engine</a:t>
            </a:r>
            <a:br/>
            <a:r>
              <a:t>determine if money moves.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840480"/>
            <a:ext cx="3383280" cy="146304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9776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Owner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Freeze, kill switch,</a:t>
            </a:r>
            <a:br/>
            <a:r>
              <a:t>approval — always.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We Actually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651760" cy="34747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65176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44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72A"/>
                </a:solidFill>
                <a:latin typeface="Calibri"/>
              </a:defRPr>
            </a:pPr>
            <a:r>
              <a:t>Identity &amp;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Owner JWT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Agent API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Per-agent isolation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371600"/>
            <a:ext cx="2651760" cy="34747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371600"/>
            <a:ext cx="2651760" cy="5029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444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72A"/>
                </a:solidFill>
                <a:latin typeface="Calibri"/>
              </a:defRPr>
            </a:pPr>
            <a:r>
              <a:t>Credit &amp;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Credit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880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OPA policy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Spending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371600"/>
            <a:ext cx="2651760" cy="34747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1371600"/>
            <a:ext cx="2651760" cy="5029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444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72A"/>
                </a:solidFill>
                <a:latin typeface="Calibri"/>
              </a:defRPr>
            </a:pPr>
            <a:r>
              <a:t>Payout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RazorpayX Test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80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UPI / IMPS / NEFT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Webhook confirmations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371600"/>
            <a:ext cx="2651760" cy="34747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72600" y="1371600"/>
            <a:ext cx="2651760" cy="50292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444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72A"/>
                </a:solidFill>
                <a:latin typeface="Calibri"/>
              </a:defRPr>
            </a:pPr>
            <a:r>
              <a:t>Audit &amp;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Full event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880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Risk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Kill 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Repayment is simulated — demo only.</a:t>
            </a:r>
            <a:br/>
            <a:r>
              <a:t>RazorpayX is in Test Mode for the demo.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132+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172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Migrations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How the Demo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057400" cy="201168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" y="1207008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691640"/>
            <a:ext cx="1051560" cy="25603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72A"/>
                </a:solidFill>
                <a:latin typeface="Calibri"/>
              </a:defRPr>
            </a:pPr>
            <a:r>
              <a:t>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Sarah creates an</a:t>
            </a:r>
            <a:br/>
            <a:r>
              <a:t>AI procurement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371600"/>
            <a:ext cx="2057400" cy="201168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0" y="1207008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91640"/>
            <a:ext cx="1051560" cy="2560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72A"/>
                </a:solidFill>
                <a:latin typeface="Calibri"/>
              </a:defRPr>
            </a:pPr>
            <a:r>
              <a:t>FUND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10312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Issues $5,000 credit</a:t>
            </a:r>
            <a:br/>
            <a:r>
              <a:t>with spending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9" y="1371600"/>
            <a:ext cx="2057400" cy="201168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9319" y="1207008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4999" y="1691640"/>
            <a:ext cx="1051560" cy="2560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72A"/>
                </a:solidFill>
                <a:latin typeface="Calibri"/>
              </a:defRPr>
            </a:pPr>
            <a:r>
              <a:t>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19" y="210312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Agent estimates $2,400</a:t>
            </a:r>
            <a:br/>
            <a:r>
              <a:t>for cloud GPUs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371600"/>
            <a:ext cx="2057400" cy="201168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1207008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91640"/>
            <a:ext cx="1051560" cy="25603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72A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10312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Requests payout —</a:t>
            </a:r>
            <a:br/>
            <a:r>
              <a:t>policy checks 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19" y="1371600"/>
            <a:ext cx="2057400" cy="201168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52759" y="1207008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78439" y="1691640"/>
            <a:ext cx="1051560" cy="2560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72A"/>
                </a:solidFill>
                <a:latin typeface="Calibri"/>
              </a:defRPr>
            </a:pPr>
            <a:r>
              <a:t>EXECUTED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9" y="210312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Auto-approved —</a:t>
            </a:r>
            <a:br/>
            <a:r>
              <a:t>payment executed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40480"/>
            <a:ext cx="5303520" cy="237744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Approved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$2,400 is under the $3,000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548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Credit is available and reserved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Vendor is on the approved 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394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Auto-approval triggers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RazorpayX executes the payout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840480"/>
            <a:ext cx="5029200" cy="237744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Calibri"/>
              </a:defRPr>
            </a:pPr>
            <a:r>
              <a:t>Denied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434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$4,500 exceeds the per-tx limit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75487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Requires owner manual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0749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Sarah reviews and rejects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9495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Agent is notified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715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Credit not deducted, audit logged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How We Keep It Safe</a:t>
            </a:r>
          </a:p>
        </p:txBody>
      </p:sp>
      <p:sp>
        <p:nvSpPr>
          <p:cNvPr id="3" name="Oval 2"/>
          <p:cNvSpPr/>
          <p:nvPr/>
        </p:nvSpPr>
        <p:spPr>
          <a:xfrm>
            <a:off x="5212080" y="1280160"/>
            <a:ext cx="1737360" cy="17373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72A"/>
                </a:solidFill>
                <a:latin typeface="Calibri"/>
              </a:defRPr>
            </a:pPr>
            <a:r>
              <a:t>SAFE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2651760" cy="105156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34747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Owner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JWT + bcrypt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3291840"/>
            <a:ext cx="2651760" cy="105156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49040" y="3474720"/>
            <a:ext cx="365760" cy="3657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Agent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SHA-256 hashed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291840"/>
            <a:ext cx="2651760" cy="105156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9400" y="347472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Credit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Must exist to spend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3291840"/>
            <a:ext cx="2651760" cy="105156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60" y="3474720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Tx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Per-transaction caps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2651760" cy="105156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75488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Auto + manual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4572000"/>
            <a:ext cx="2651760" cy="105156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49040" y="4754880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Kill 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Freeze instantly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572000"/>
            <a:ext cx="2651760" cy="105156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29400" y="475488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Dedup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60s duplicate window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4572000"/>
            <a:ext cx="2651760" cy="105156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09760" y="4754880"/>
            <a:ext cx="365760" cy="36576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Webhooks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HMAC verified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6035040"/>
            <a:ext cx="10698480" cy="5029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Failure → Blocked → Logged → Safe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Is Still Limited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Honest demos build trust. Here's where we 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303520" cy="411480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Current —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 Credit control &amp; policy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 Owner approval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 RazorpayX test payouts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 Full audit trail &amp; risk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 Kill switch &amp; freeze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5029200" cy="411480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Future — Not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→  Real NACH / eMandate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017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→  Production payment 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5661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→  ML-based credit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114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→  Automated recovery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6634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→  Multi-tenant organization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035040"/>
            <a:ext cx="10698480" cy="50292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We are a credit-control platform, not a fully deployed lending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383280" cy="146304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Safe AI Money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AI agents request funds</a:t>
            </a:r>
            <a:br/>
            <a:r>
              <a:t>without holding the wallet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280160"/>
            <a:ext cx="3383280" cy="146304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39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Calibri"/>
              </a:defRPr>
            </a:pPr>
            <a:r>
              <a:t>Company Stays in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9" y="187451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Policy, approval, kill switch</a:t>
            </a:r>
            <a:br/>
            <a:r>
              <a:t>— always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80160"/>
            <a:ext cx="3383280" cy="146304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Credible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1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Built for future credit,</a:t>
            </a:r>
            <a:br/>
            <a:r>
              <a:t>repayment, and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698480" cy="27432"/>
          </a:xfrm>
          <a:prstGeom prst="roundRect">
            <a:avLst/>
          </a:prstGeom>
          <a:solidFill>
            <a:srgbClr val="1E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3493008"/>
            <a:ext cx="182880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72A"/>
                </a:solidFill>
                <a:latin typeface="Calibri"/>
              </a:defRPr>
            </a:pPr>
            <a:r>
              <a:t>Credit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3493008"/>
            <a:ext cx="182880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72A"/>
                </a:solidFill>
                <a:latin typeface="Calibri"/>
              </a:defRPr>
            </a:pPr>
            <a:r>
              <a:t>Policy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493008"/>
            <a:ext cx="182880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72A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493008"/>
            <a:ext cx="1828800" cy="29260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D172A"/>
                </a:solidFill>
                <a:latin typeface="Calibri"/>
              </a:defRPr>
            </a:pPr>
            <a:r>
              <a:t>Kill Switch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3995928"/>
            <a:ext cx="1828800" cy="292608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Real Repayment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995928"/>
            <a:ext cx="1828800" cy="292608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Production Rails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3995928"/>
            <a:ext cx="1828800" cy="292608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ML Scoring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995928"/>
            <a:ext cx="1828800" cy="292608"/>
          </a:xfrm>
          <a:prstGeom prst="round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BF24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937760"/>
            <a:ext cx="9418320" cy="1097280"/>
          </a:xfrm>
          <a:prstGeom prst="roundRect">
            <a:avLst/>
          </a:prstGeom>
          <a:solidFill>
            <a:srgbClr val="131E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5074920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"AI can ask for money.</a:t>
            </a:r>
            <a:br/>
            <a:r>
              <a:t>The platform decides if money moves."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